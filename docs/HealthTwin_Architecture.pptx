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HEALTHTWIN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 streams in. A two-hour warning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691639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Clinic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456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Age, labs, medicines
Blood pressure
Family history
Simulated gene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691639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Wearable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19456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Glucose every 15 min
Heart rate, steps, sleep
Past only
Nothing from later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691639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19456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Patient-level split
Spike at 180 or above
Drop under 70
Peak sketch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55448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691639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19456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Who should get a message?
Then one person
Green line so far
Orange estimate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51760"/>
            <a:ext cx="411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651760"/>
            <a:ext cx="411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51760"/>
            <a:ext cx="411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6166"/>
                </a:solidFill>
                <a:latin typeface="Calibri"/>
              </a:rPr>
              <a:t>Synthetic data only. Features stop at the current minute.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02124"/>
                </a:solidFill>
                <a:latin typeface="Calibri"/>
              </a:rPr>
              <a:t>Two adverse events: glucose ≥180 (spike) and &lt;70 (low).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02124"/>
                </a:solidFill>
                <a:latin typeface="Calibri"/>
              </a:rPr>
              <a:t>Held-out ROC-AUC  fusion 0.918   ·   glucose sensor only 0.828   ·   still under 140: fusion 0.873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HealthTwin</dc:title>
  <dc:subject>Digital Twin Challenge 2026</dc:subject>
  <dc:creator>Ritik Awachat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
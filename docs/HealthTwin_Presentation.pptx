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EBE6"/>
                </a:solidFill>
                <a:latin typeface="Calibri"/>
              </a:rPr>
              <a:t>HAPPIEST HEALTH  ·  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HealthTwin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See the change. Understand the risk. Explore what comes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 two-hour blood-sugar warning for one doctor and one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9EBE6"/>
                </a:solidFill>
                <a:latin typeface="Calibri"/>
              </a:rPr>
              <a:t>Team Ritik Awachat   ·   Vijay Patil School of Management   ·   solo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01  ·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average does not say what the next two hours will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HbA1c is a three-month average. It does not say the next meal will pass 180.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HealthTwin joins the clinic chart to a wearable stream.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warning is two hours ahead: long enough to walk, eat later, or send a message.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screen is for the doctor. It is not a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02  · 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condition. One person. One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A working-age adult with Type 2 diabetes, a glucose sensor, and a watch.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Sugar can still look ordinary when a spike is already likely.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doctor sees who to message, then the chance, the peak, and the reasons.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It does not change a dose, and it does not forecast a heart attack.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03  · 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 real patient record is in this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Real charts stay out. The clinic file and the wearable stream are synthetic.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Chart: labs, medicines, blood pressure, family history, simulated gene flags.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Wearable: glucose, heart rate, steps, and sleep, every 15 minutes.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Meals change the sugar. The model is not given a column called meal.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04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 streams, then the model, then the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5448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Clinic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5740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Age, labs, medicines
Blood pressure
Family history
Simulated gene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55448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Wearable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05740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Glucose every 15 min
Heart rate, steps, sleep
Past only
Nothing from later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5448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5740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Patient-level split
Spike at 180 or above
Drop under 70
Peak sketch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17320"/>
            <a:ext cx="26517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1554480"/>
            <a:ext cx="2331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F6E6E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057400"/>
            <a:ext cx="23317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02124"/>
                </a:solidFill>
                <a:latin typeface="Calibri"/>
              </a:rPr>
              <a:t>Who should get a message?
Then one person
Green line so far
Orange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514600"/>
            <a:ext cx="411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514600"/>
            <a:ext cx="411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514600"/>
            <a:ext cx="411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6E6E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4D6166"/>
                </a:solidFill>
                <a:latin typeface="Calibri"/>
              </a:rPr>
              <a:t>Features stop at the current minute. The label is the next two hours.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02124"/>
                </a:solidFill>
                <a:latin typeface="Calibri"/>
              </a:rPr>
              <a:t>Two adverse events: glucose ≥180 (spike) and &lt;70 (low).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05  · 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join is the product. Either stream alone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Inputs are the chart plus sensors up to this minute. Nothing later is an input.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Two adverse events: glucose ≥180 (spike) and &lt;70 (low).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People are split 70 / 15 / 15. One person is never in two sets.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alert line is chosen on the validation people, then frozen.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06  · 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models. One laptop. A frozen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>
                <a:solidFill>
                  <a:srgbClr val="102124"/>
                </a:solidFill>
                <a:latin typeface="Calibri"/>
              </a:rPr>
              <a:t>Gradient boosting calls a spike, calls a drop under 70, and sketches the peak.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102124"/>
                </a:solidFill>
                <a:latin typeface="Calibri"/>
              </a:rPr>
              <a:t>A glucose-only model is the baseline, with its own threshold.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102124"/>
                </a:solidFill>
                <a:latin typeface="Calibri"/>
              </a:rPr>
              <a:t>The screen explains the call in sentences, not a table of weights.</a:t>
            </a:r>
          </a:p>
          <a:p>
            <a:pPr algn="l">
              <a:spcAft>
                <a:spcPts val="1600"/>
              </a:spcAft>
            </a:pPr>
            <a:r>
              <a:rPr sz="2400">
                <a:solidFill>
                  <a:srgbClr val="102124"/>
                </a:solidFill>
                <a:latin typeface="Calibri"/>
              </a:rPr>
              <a:t>Python, pandas, scikit-learn, Streamlit. Seed 2026. 150 people, 12 days, 23 held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07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23 people the model had not seen.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6E6E"/>
                </a:solidFill>
                <a:latin typeface="Calibri"/>
              </a:rPr>
              <a:t>Fusion 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02124"/>
                </a:solidFill>
                <a:latin typeface="Calibri"/>
              </a:rPr>
              <a:t>0.918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D6166"/>
                </a:solidFill>
                <a:latin typeface="Calibri"/>
              </a:rPr>
              <a:t>Full twin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6E6E"/>
                </a:solidFill>
                <a:latin typeface="Calibri"/>
              </a:rPr>
              <a:t>Sensor-only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02124"/>
                </a:solidFill>
                <a:latin typeface="Calibri"/>
              </a:rPr>
              <a:t>0.828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D6166"/>
                </a:solidFill>
                <a:latin typeface="Calibri"/>
              </a:rPr>
              <a:t>Glucose features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6E6E"/>
                </a:solidFill>
                <a:latin typeface="Calibri"/>
              </a:rPr>
              <a:t>In-range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02124"/>
                </a:solidFill>
                <a:latin typeface="Calibri"/>
              </a:rPr>
              <a:t>0.873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D6166"/>
                </a:solidFill>
                <a:latin typeface="Calibri"/>
              </a:rPr>
              <a:t>Sugar still under 140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41732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55448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6E6E"/>
                </a:solidFill>
                <a:latin typeface="Calibri"/>
              </a:rPr>
              <a:t>Peak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4231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102124"/>
                </a:solidFill>
                <a:latin typeface="Calibri"/>
              </a:rPr>
              <a:t>16.6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880360"/>
            <a:ext cx="2423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4D6166"/>
                </a:solidFill>
                <a:latin typeface="Calibri"/>
              </a:rPr>
              <a:t>mg/dL,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>
                <a:solidFill>
                  <a:srgbClr val="102124"/>
                </a:solidFill>
                <a:latin typeface="Calibri"/>
              </a:rPr>
              <a:t>Threshold 0.58, set on validation: precision 0.66, recall 0.74.</a:t>
            </a:r>
          </a:p>
          <a:p>
            <a:pPr algn="l">
              <a:spcAft>
                <a:spcPts val="1600"/>
              </a:spcAft>
            </a:pPr>
            <a:r>
              <a:rPr sz="2200">
                <a:solidFill>
                  <a:srgbClr val="102124"/>
                </a:solidFill>
                <a:latin typeface="Calibri"/>
              </a:rPr>
              <a:t>While sugar is still under 140, fusion is 0.873 and the sensor-only model is 0.670.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08  · 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Who should get a message, then one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02124"/>
                </a:solidFill>
                <a:latin typeface="Calibri"/>
              </a:rPr>
              <a:t>Message them, already too high, or no message. Reyansh Joshi is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7904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02124"/>
                </a:solidFill>
                <a:latin typeface="Calibri"/>
              </a:rPr>
              <a:t>Sugar 117, a 96% chance it passes 180. A 30-minute walk moves that to 87%.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112471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02124"/>
                </a:solidFill>
                <a:latin typeface="Calibri"/>
              </a:rPr>
              <a:t>Green is sugar so far. Orange is the estimate. The recorded line does not move.</a:t>
            </a:r>
          </a:p>
        </p:txBody>
      </p:sp>
      <p:pic>
        <p:nvPicPr>
          <p:cNvPr id="8" name="Picture 7" descr="screen-clinic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31720"/>
            <a:ext cx="5669280" cy="3535123"/>
          </a:xfrm>
          <a:prstGeom prst="rect">
            <a:avLst/>
          </a:prstGeom>
        </p:spPr>
      </p:pic>
      <p:pic>
        <p:nvPicPr>
          <p:cNvPr id="9" name="Picture 8" descr="screen-reyansh-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31720"/>
            <a:ext cx="5669280" cy="35351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09  · 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Said here, before anyone has to 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score is on a generator we wrote. It is not a ward validation.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Meals follow a clock. A next version needs a meal log.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gene flags are simulated. The chart is a sketch, not a body.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Do not use this to change a dose.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9EBE6"/>
                </a:solidFill>
                <a:latin typeface="Calibri"/>
              </a:rPr>
              <a:t>10  · 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quiet reading that will not stay quiet.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Two streams. Two warnings. One screen a doctor can stand in front of.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Team name: Ritik Awachat. College: Vijay Patil School of Management. Solo.</a:t>
            </a:r>
          </a:p>
          <a:p>
            <a:pPr algn="l">
              <a:spcAft>
                <a:spcPts val="1600"/>
              </a:spcAft>
            </a:pPr>
            <a:r>
              <a:rPr sz="2600">
                <a:solidFill>
                  <a:srgbClr val="102124"/>
                </a:solidFill>
                <a:latin typeface="Calibri"/>
              </a:rPr>
              <a:t>The code, the licence, and this deck are in the public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4D6166"/>
                </a:solidFill>
                <a:latin typeface="Calibri"/>
              </a:rPr>
              <a:t>Practice data. Not real patients. Not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HealthTwin</dc:title>
  <dc:subject>Digital Twin Challenge 2026</dc:subject>
  <dc:creator>Ritik Awachat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